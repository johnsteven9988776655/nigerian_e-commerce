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6F94-D92C-E6D9-CDE1-0ED774C8F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A9FBD-86A1-8834-9CA1-ADC3FC5BA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DAEF-2DF4-F063-1EEE-65442B4E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96242-9943-7C41-9C4C-907C46FE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2D88-1822-1D3C-11AE-D6769733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3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DDAA-4065-160D-B2D0-1DDA8DC1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9FBEC-4EAC-A05B-994E-9A2426B7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5728-3C83-CD60-7917-0A05BAA0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FFF95-D346-A555-C1CD-4FCB9786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3002F-7C43-B715-D053-CFD6FDFF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F271-BAC1-9392-265E-02E84720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29CAC-4C5A-6F1E-D16A-E6023991B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ED227-5E65-5A52-750C-21D701DC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747F-3511-E158-8D13-BD9E9F92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CE95-6677-1FB8-2C42-1ADC979C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1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7B82-8248-FA69-AF22-9F287874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E53B-025C-872C-BAB5-60C308BEE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55A51-7A15-FD20-8EC9-7CDF848AE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0B71D-040D-6C12-B89C-99BD5249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9A2F-B993-0588-CA84-AA7734EB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67BFA-C8D6-87F3-45B2-359D4142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0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6AEB-2E95-53E7-B6F2-046CF130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32FB9-D83F-67BE-BBB6-704EEAB4C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3DFFE-5442-FF05-EAE3-02931D636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B53A4-123B-A6C6-A493-8D21A0943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70BCA-420D-82E0-99BB-5ED590AF0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66C3C-E082-5614-9AB5-8832EF3F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50B3C-33E5-07E9-7CEB-25899CFC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40668-E270-8BDA-A305-C7213BC5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6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1ED2-D309-FC94-1389-348BCA39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DBDF-48F4-E78D-25CC-DE2AAC10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3C666-F87D-04BD-4957-B4ED5FC2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8889D-9B50-3382-738A-15E9114E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3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F7A35-D0FE-CB36-C2AC-8D313B22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77D39-8698-A153-CDDF-A305DE44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85D85-E00C-14FF-6F75-47E6283A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3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035F-2B83-0F17-B805-19850237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94F6F-2FC4-D3C7-0EDC-19E344D99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456A3-256F-CDA5-4384-BFC80F807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9EE38-EDAE-300E-265E-F1A12872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0B518-41E1-30A2-610F-6CD37D0A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F14BF-516A-610E-63AD-29064646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3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2C7-B734-2CC0-2436-B1903C8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80535-DBFE-C472-E17D-A4415E344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9D695-823A-27F9-DF93-962CCF9D0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B77EC-0851-A128-8008-CBB90105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2C65A-D786-711C-9BF8-E7DE64DB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098C4-D476-D467-70B8-4316A6DA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8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5FBB-905E-897E-5B65-EA21D4C3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968D9-ACD0-7A9B-559E-E7781D85D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2311-EAC2-52CC-A800-B41ABF47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78BD0-B94A-2624-D854-C0FED8B1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F443-A933-504A-81E0-BA17EA9E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AC98A-0811-A892-9752-C76AEE516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41A9D-802C-D7ED-FE0E-BA65C8722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FAF9-A152-5914-C217-B03D9349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6C9FA-E473-A495-D50E-396A666C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88E1C-84CA-1CA7-7BA9-BCD2CF83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1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92B9-6F90-3728-638F-B5B5DFA1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A0CBF-66C5-C8CD-4308-B0E41079F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C5A9F-5102-1BA8-5E7F-EC865237A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61645-A7FF-476A-97C3-6F4A409E9CE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727D-962A-F05E-BC4F-FBCEB9209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324AD-7204-BE43-1B6F-538EAABDF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0842B-0310-4AA4-87F8-6A20C7120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8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AF26-B0C2-215C-106F-8A57C42D5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457"/>
            <a:ext cx="9144000" cy="26452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Customer segmentation analysis </a:t>
            </a:r>
            <a:r>
              <a:rPr lang="en-US" b="1"/>
              <a:t>for </a:t>
            </a:r>
            <a:r>
              <a:rPr lang="en-US" b="1" dirty="0"/>
              <a:t>N</a:t>
            </a:r>
            <a:r>
              <a:rPr lang="en-US" b="1"/>
              <a:t>igerian </a:t>
            </a:r>
            <a:r>
              <a:rPr lang="en-US" b="1" dirty="0"/>
              <a:t>e-commerce</a:t>
            </a:r>
            <a:br>
              <a:rPr lang="en-US" b="1" dirty="0"/>
            </a:br>
            <a:br>
              <a:rPr lang="en-US" b="1" dirty="0"/>
            </a:br>
            <a:r>
              <a:rPr lang="en-US" sz="4400" b="1" dirty="0"/>
              <a:t>Data-driven customer insights for targeted marketing &amp; product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00536-6D27-3756-5F77-A6E562E42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570867"/>
            <a:ext cx="9144000" cy="1655762"/>
          </a:xfrm>
        </p:spPr>
        <p:txBody>
          <a:bodyPr/>
          <a:lstStyle/>
          <a:p>
            <a:r>
              <a:rPr lang="en-US" b="1" dirty="0"/>
              <a:t>2023-B071-21285</a:t>
            </a:r>
          </a:p>
          <a:p>
            <a:r>
              <a:rPr lang="en-US" b="1" dirty="0"/>
              <a:t>TURYA JOHN STEVEN</a:t>
            </a:r>
          </a:p>
          <a:p>
            <a:r>
              <a:rPr lang="en-US" b="1" dirty="0"/>
              <a:t>13</a:t>
            </a:r>
            <a:r>
              <a:rPr lang="en-US" b="1" baseline="30000" dirty="0"/>
              <a:t>th</a:t>
            </a:r>
            <a:r>
              <a:rPr lang="en-US" b="1" dirty="0"/>
              <a:t> DECEMBER 2025</a:t>
            </a:r>
          </a:p>
        </p:txBody>
      </p:sp>
    </p:spTree>
    <p:extLst>
      <p:ext uri="{BB962C8B-B14F-4D97-AF65-F5344CB8AC3E}">
        <p14:creationId xmlns:p14="http://schemas.microsoft.com/office/powerpoint/2010/main" val="31604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3E3F-CDE1-55EF-4E96-FBA6F35F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DE3C1C-D195-82A1-2F8B-E6887625C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5660"/>
            <a:ext cx="95576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 Perform customer segmentation to improve marketing targeting and product recommendations.</a:t>
            </a:r>
          </a:p>
          <a:p>
            <a:r>
              <a:rPr lang="en-US" b="1" dirty="0"/>
              <a:t>Methodology:</a:t>
            </a:r>
            <a:endParaRPr lang="en-US" dirty="0"/>
          </a:p>
          <a:p>
            <a:pPr lvl="1"/>
            <a:r>
              <a:rPr lang="en-US" b="1" dirty="0"/>
              <a:t>Preprocessing:</a:t>
            </a:r>
            <a:r>
              <a:rPr lang="en-US" dirty="0"/>
              <a:t> Data cleaning, mode imputation, and normalization.</a:t>
            </a:r>
          </a:p>
          <a:p>
            <a:pPr lvl="1"/>
            <a:r>
              <a:rPr lang="en-US" b="1" dirty="0"/>
              <a:t>RFM Analysis:</a:t>
            </a:r>
            <a:r>
              <a:rPr lang="en-US" dirty="0"/>
              <a:t> Aggregated data by recency, frequency and monetary value.</a:t>
            </a:r>
          </a:p>
          <a:p>
            <a:pPr lvl="1"/>
            <a:r>
              <a:rPr lang="en-US" b="1" dirty="0"/>
              <a:t>Feature Engineering:</a:t>
            </a:r>
            <a:r>
              <a:rPr lang="en-US" dirty="0"/>
              <a:t> Created loyalty index and engagement scores.</a:t>
            </a:r>
          </a:p>
          <a:p>
            <a:pPr lvl="1"/>
            <a:r>
              <a:rPr lang="en-US" b="1" dirty="0"/>
              <a:t>Modeling:</a:t>
            </a:r>
            <a:r>
              <a:rPr lang="en-US" dirty="0"/>
              <a:t> Used K-Means Clustering and PCA for dimensionality reduction.</a:t>
            </a:r>
          </a:p>
          <a:p>
            <a:r>
              <a:rPr lang="en-US" b="1" dirty="0"/>
              <a:t>Key Outcome:</a:t>
            </a:r>
            <a:r>
              <a:rPr lang="en-US" dirty="0"/>
              <a:t> Identified 2 distinct high-level customer segments (Standard vs. VIP/Wholesale).</a:t>
            </a:r>
          </a:p>
        </p:txBody>
      </p:sp>
    </p:spTree>
    <p:extLst>
      <p:ext uri="{BB962C8B-B14F-4D97-AF65-F5344CB8AC3E}">
        <p14:creationId xmlns:p14="http://schemas.microsoft.com/office/powerpoint/2010/main" val="151660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862C-60EC-78DF-6690-3A94A6DC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- Distributions</a:t>
            </a:r>
            <a:endParaRPr lang="en-US" dirty="0"/>
          </a:p>
        </p:txBody>
      </p:sp>
      <p:pic>
        <p:nvPicPr>
          <p:cNvPr id="5" name="Content Placeholder 4" descr="A graph with blue bars&#10;&#10;AI-generated content may be incorrect.">
            <a:extLst>
              <a:ext uri="{FF2B5EF4-FFF2-40B4-BE49-F238E27FC236}">
                <a16:creationId xmlns:a16="http://schemas.microsoft.com/office/drawing/2014/main" id="{074207EF-2F1A-1D4E-934C-101AC1A31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6700"/>
            <a:ext cx="10515600" cy="344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7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3AC3-286B-F989-669E-576FE640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Outlier Analysis</a:t>
            </a:r>
            <a:endParaRPr lang="en-US" dirty="0"/>
          </a:p>
        </p:txBody>
      </p:sp>
      <p:pic>
        <p:nvPicPr>
          <p:cNvPr id="5" name="Content Placeholder 4" descr="A graph with a blue bar&#10;&#10;AI-generated content may be incorrect.">
            <a:extLst>
              <a:ext uri="{FF2B5EF4-FFF2-40B4-BE49-F238E27FC236}">
                <a16:creationId xmlns:a16="http://schemas.microsoft.com/office/drawing/2014/main" id="{894BF913-9D8B-627F-3D61-52C2741ED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6700"/>
            <a:ext cx="10515600" cy="344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05E0-0C4B-3E06-F426-1F287D3C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Correlations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E911B-F177-E137-84CC-BC1F2F5B7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 descr="A screenshot of a heatmap&#10;&#10;AI-generated content may be incorrect.">
            <a:extLst>
              <a:ext uri="{FF2B5EF4-FFF2-40B4-BE49-F238E27FC236}">
                <a16:creationId xmlns:a16="http://schemas.microsoft.com/office/drawing/2014/main" id="{CEA229FB-E842-AB42-6DD5-C7E21AA8A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7" y="1690688"/>
            <a:ext cx="60674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8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3926-55AA-CBFE-359A-7D85970D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6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Determining Optimal Clusters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2596-7226-529F-7FE8-7050E6264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/>
          <a:lstStyle/>
          <a:p>
            <a:r>
              <a:rPr lang="en-US" dirty="0"/>
              <a:t>The Silhouette Score peaks at </a:t>
            </a:r>
            <a:r>
              <a:rPr lang="en-US" b="1" dirty="0"/>
              <a:t>k=2</a:t>
            </a:r>
            <a:r>
              <a:rPr lang="en-US" dirty="0"/>
              <a:t>.</a:t>
            </a:r>
          </a:p>
          <a:p>
            <a:r>
              <a:rPr lang="en-US" dirty="0"/>
              <a:t>This indicates the dataset splits most naturally into two main groups rather than many small micro-segments.</a:t>
            </a:r>
          </a:p>
          <a:p>
            <a:endParaRPr lang="en-US" dirty="0"/>
          </a:p>
        </p:txBody>
      </p:sp>
      <p:pic>
        <p:nvPicPr>
          <p:cNvPr id="5" name="Picture 4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DAE31FD6-D43C-D960-AA30-28354FCD5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4" y="2917346"/>
            <a:ext cx="113252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0536-780B-6C8C-EE9C-C2A2FE58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Cluster Visualization (PCA)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40B55-C4A7-0DD2-5E6A-C4AD33B0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 reduced dimensions to 2 components for plotting.</a:t>
            </a:r>
          </a:p>
          <a:p>
            <a:r>
              <a:rPr lang="en-US" b="1" dirty="0"/>
              <a:t>Cluster 0</a:t>
            </a:r>
            <a:r>
              <a:rPr lang="en-US" dirty="0"/>
              <a:t> forms a dense group of standard users.</a:t>
            </a:r>
          </a:p>
          <a:p>
            <a:r>
              <a:rPr lang="en-US" b="1" dirty="0"/>
              <a:t>Cluster 1</a:t>
            </a:r>
            <a:r>
              <a:rPr lang="en-US" dirty="0"/>
              <a:t> represents extreme outliers (high-value VIPs).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17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7545-0272-90C8-79D3-1019A9CE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2D PCA Scatter Plot.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FE6A5-289C-5ACE-41B6-A3D48246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185" y="1454423"/>
            <a:ext cx="6444024" cy="502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85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2BE5-14F1-7A64-53A6-9130D552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 of clusters</a:t>
            </a:r>
          </a:p>
        </p:txBody>
      </p:sp>
      <p:pic>
        <p:nvPicPr>
          <p:cNvPr id="5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5A4602B-A0F0-5DB9-0A9E-2E1EA0629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60" y="2265836"/>
            <a:ext cx="11958080" cy="232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3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7608-9B8D-1BCC-724D-AA3BF796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Dashboard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231C7F-5013-FA15-6429-657583251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142" y="1690688"/>
            <a:ext cx="8736315" cy="491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9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8B3F-A827-253B-FB83-7F5FAB62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DC70A-072A-FFF0-6971-0420C7F1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project successfully applied data analytics and machine learning techniques to segment customers in a Nigerian e-commerce dataset.</a:t>
            </a:r>
          </a:p>
          <a:p>
            <a:r>
              <a:rPr lang="en-US" dirty="0"/>
              <a:t>Through data preprocessing, RFM analysis, feature engineering, and K-Means clustering, the study identified two distinct customer segments: standard customers and VIP/wholesale customers.</a:t>
            </a:r>
          </a:p>
          <a:p>
            <a:r>
              <a:rPr lang="en-US" dirty="0"/>
              <a:t>The findings demonstrate that customer segmentation can provide valuable insights into purchasing behavior, enabling businesses to implement targeted marketing strategies, improve customer retention, and enhance product recommendation systems.</a:t>
            </a:r>
          </a:p>
          <a:p>
            <a:r>
              <a:rPr lang="en-US" dirty="0"/>
              <a:t>Overall, this analysis highlights the importance of data-driven decision-making in e-commerce and shows how customer data can be transformed into actionable business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9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291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Customer segmentation analysis for Nigerian e-commerce  Data-driven customer insights for targeted marketing &amp; product recommendations</vt:lpstr>
      <vt:lpstr>Project overview</vt:lpstr>
      <vt:lpstr>Exploratory Data Analysis - Distributions</vt:lpstr>
      <vt:lpstr>Outlier Analysis</vt:lpstr>
      <vt:lpstr>Feature Correlations</vt:lpstr>
      <vt:lpstr>Determining Optimal Clusters</vt:lpstr>
      <vt:lpstr>Cluster Visualization (PCA)</vt:lpstr>
      <vt:lpstr>The 2D PCA Scatter Plot.</vt:lpstr>
      <vt:lpstr>Summary of clusters</vt:lpstr>
      <vt:lpstr>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9</cp:revision>
  <dcterms:created xsi:type="dcterms:W3CDTF">2025-12-13T11:28:17Z</dcterms:created>
  <dcterms:modified xsi:type="dcterms:W3CDTF">2025-12-15T05:37:25Z</dcterms:modified>
</cp:coreProperties>
</file>